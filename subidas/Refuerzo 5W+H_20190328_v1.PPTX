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4"/>
    <p:sldMasterId id="2147483752" r:id="rId5"/>
    <p:sldMasterId id="2147483757" r:id="rId6"/>
    <p:sldMasterId id="2147483698" r:id="rId7"/>
    <p:sldMasterId id="2147483733" r:id="rId8"/>
    <p:sldMasterId id="2147483754" r:id="rId9"/>
    <p:sldMasterId id="2147483750" r:id="rId10"/>
    <p:sldMasterId id="2147483781" r:id="rId11"/>
  </p:sldMasterIdLst>
  <p:notesMasterIdLst>
    <p:notesMasterId r:id="rId19"/>
  </p:notesMasterIdLst>
  <p:handoutMasterIdLst>
    <p:handoutMasterId r:id="rId20"/>
  </p:handoutMasterIdLst>
  <p:sldIdLst>
    <p:sldId id="1354" r:id="rId12"/>
    <p:sldId id="2014" r:id="rId13"/>
    <p:sldId id="2013" r:id="rId14"/>
    <p:sldId id="2015" r:id="rId15"/>
    <p:sldId id="2017" r:id="rId16"/>
    <p:sldId id="2018" r:id="rId17"/>
    <p:sldId id="2012" r:id="rId18"/>
  </p:sldIdLst>
  <p:sldSz cx="12192000" cy="6858000"/>
  <p:notesSz cx="6858000" cy="914400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1" userDrawn="1">
          <p15:clr>
            <a:srgbClr val="A4A3A4"/>
          </p15:clr>
        </p15:guide>
        <p15:guide id="2" pos="2457" userDrawn="1">
          <p15:clr>
            <a:srgbClr val="A4A3A4"/>
          </p15:clr>
        </p15:guide>
        <p15:guide id="3" orient="horz" pos="867" userDrawn="1">
          <p15:clr>
            <a:srgbClr val="A4A3A4"/>
          </p15:clr>
        </p15:guide>
        <p15:guide id="4" pos="1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B9E3"/>
    <a:srgbClr val="FFFEB1"/>
    <a:srgbClr val="B2FDDF"/>
    <a:srgbClr val="FED8BB"/>
    <a:srgbClr val="E1295A"/>
    <a:srgbClr val="34373D"/>
    <a:srgbClr val="000000"/>
    <a:srgbClr val="DADADA"/>
    <a:srgbClr val="D0D0D0"/>
    <a:srgbClr val="57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 autoAdjust="0"/>
    <p:restoredTop sz="88720" autoAdjust="0"/>
  </p:normalViewPr>
  <p:slideViewPr>
    <p:cSldViewPr snapToGrid="0" snapToObjects="1">
      <p:cViewPr varScale="1">
        <p:scale>
          <a:sx n="64" d="100"/>
          <a:sy n="64" d="100"/>
        </p:scale>
        <p:origin x="714" y="60"/>
      </p:cViewPr>
      <p:guideLst>
        <p:guide orient="horz" pos="981"/>
        <p:guide pos="2457"/>
        <p:guide orient="horz" pos="867"/>
        <p:guide pos="1958"/>
      </p:guideLst>
    </p:cSldViewPr>
  </p:slideViewPr>
  <p:outlineViewPr>
    <p:cViewPr>
      <p:scale>
        <a:sx n="33" d="100"/>
        <a:sy n="33" d="100"/>
      </p:scale>
      <p:origin x="0" y="-257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2" d="100"/>
        <a:sy n="22" d="100"/>
      </p:scale>
      <p:origin x="0" y="1000"/>
    </p:cViewPr>
  </p:sorterViewPr>
  <p:notesViewPr>
    <p:cSldViewPr snapToGrid="0" snapToObjects="1">
      <p:cViewPr varScale="1">
        <p:scale>
          <a:sx n="95" d="100"/>
          <a:sy n="95" d="100"/>
        </p:scale>
        <p:origin x="37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658A7-05CF-5E40-B18D-F7C42D11219D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FA32B-0DCD-B448-8B17-A03B8E6372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59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28C69-EAC9-CF40-83A4-61714555DCD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C3898-AFF7-6245-8B5C-06211330E49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4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1496ED-DAD3-49D8-A5B8-65855099C004}" type="slidenum">
              <a:rPr lang="es-ES" altLang="es-ES" smtClean="0"/>
              <a:pPr>
                <a:defRPr/>
              </a:pPr>
              <a:t>1</a:t>
            </a:fld>
            <a:endParaRPr lang="es-ES" alt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942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C3898-AFF7-6245-8B5C-06211330E4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3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"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31368" y="1707054"/>
            <a:ext cx="6894223" cy="2964500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lnSpc>
                <a:spcPts val="6920"/>
              </a:lnSpc>
              <a:spcBef>
                <a:spcPts val="12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" baseline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0" name="2 Marcador de contenido"/>
          <p:cNvSpPr>
            <a:spLocks noGrp="1"/>
          </p:cNvSpPr>
          <p:nvPr>
            <p:ph sz="half" idx="13" hasCustomPrompt="1"/>
          </p:nvPr>
        </p:nvSpPr>
        <p:spPr>
          <a:xfrm>
            <a:off x="431369" y="5199806"/>
            <a:ext cx="7510849" cy="602916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6" name="Picture 5" descr="AF_TBS_Logo_ESP_RGB_NEG-BN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57"/>
          <a:stretch/>
        </p:blipFill>
        <p:spPr>
          <a:xfrm>
            <a:off x="-43792" y="-58634"/>
            <a:ext cx="2467678" cy="11423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NEUTRO"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NDO NEUTRO"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F_TBS_Logo_ESP_RGB_NEG-BN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1"/>
          <a:stretch/>
        </p:blipFill>
        <p:spPr>
          <a:xfrm>
            <a:off x="3967689" y="2714073"/>
            <a:ext cx="3100769" cy="1429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-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14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-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21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31368" y="1707054"/>
            <a:ext cx="6894223" cy="2964500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lnSpc>
                <a:spcPts val="6920"/>
              </a:lnSpc>
              <a:spcBef>
                <a:spcPts val="12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" baseline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0" name="2 Marcador de contenido"/>
          <p:cNvSpPr>
            <a:spLocks noGrp="1"/>
          </p:cNvSpPr>
          <p:nvPr>
            <p:ph sz="half" idx="13" hasCustomPrompt="1"/>
          </p:nvPr>
        </p:nvSpPr>
        <p:spPr>
          <a:xfrm>
            <a:off x="431369" y="5199806"/>
            <a:ext cx="7510849" cy="602916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6" name="Picture 5" descr="AF_TBS_Logo_ESP_RGB_NEG-BN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57"/>
          <a:stretch/>
        </p:blipFill>
        <p:spPr>
          <a:xfrm>
            <a:off x="-43792" y="-58634"/>
            <a:ext cx="2467678" cy="114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72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NDO NEUTRO"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198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87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18307" y="303199"/>
            <a:ext cx="11468893" cy="83602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l">
              <a:defRPr sz="2800" b="0" i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1"/>
          </p:nvPr>
        </p:nvSpPr>
        <p:spPr>
          <a:xfrm>
            <a:off x="1064834" y="1750900"/>
            <a:ext cx="9793666" cy="3394472"/>
          </a:xfrm>
          <a:prstGeom prst="rect">
            <a:avLst/>
          </a:prstGeom>
        </p:spPr>
        <p:txBody>
          <a:bodyPr/>
          <a:lstStyle>
            <a:lvl1pPr>
              <a:buClr>
                <a:schemeClr val="accent3"/>
              </a:buClr>
              <a:buSzPct val="130000"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AF45D533-8303-4C47-899B-FAC32B7A0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57" y="6199480"/>
            <a:ext cx="1657188" cy="3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9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>
            <a:spLocks noGrp="1"/>
          </p:cNvSpPr>
          <p:nvPr>
            <p:ph sz="half" idx="11"/>
          </p:nvPr>
        </p:nvSpPr>
        <p:spPr>
          <a:xfrm>
            <a:off x="431371" y="1563546"/>
            <a:ext cx="2661453" cy="4312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418307" y="303199"/>
            <a:ext cx="11468893" cy="83602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l">
              <a:defRPr sz="3200" b="0" i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5CE81BC-CB21-47DC-B80E-858A89412E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57" y="6199480"/>
            <a:ext cx="1657188" cy="3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5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contenido"/>
          <p:cNvSpPr>
            <a:spLocks noGrp="1"/>
          </p:cNvSpPr>
          <p:nvPr>
            <p:ph sz="half" idx="11"/>
          </p:nvPr>
        </p:nvSpPr>
        <p:spPr>
          <a:xfrm>
            <a:off x="431371" y="1563546"/>
            <a:ext cx="11455829" cy="4312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0" name="1 Título"/>
          <p:cNvSpPr>
            <a:spLocks noGrp="1"/>
          </p:cNvSpPr>
          <p:nvPr>
            <p:ph type="title"/>
          </p:nvPr>
        </p:nvSpPr>
        <p:spPr>
          <a:xfrm>
            <a:off x="418307" y="303199"/>
            <a:ext cx="11468893" cy="83602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l">
              <a:defRPr sz="3200" b="0" i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/>
          <a:srcRect r="39760" b="34440"/>
          <a:stretch/>
        </p:blipFill>
        <p:spPr>
          <a:xfrm>
            <a:off x="10753684" y="6291887"/>
            <a:ext cx="1034572" cy="329408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63A3088D-B142-465E-97A0-EC5399AC8602}"/>
              </a:ext>
            </a:extLst>
          </p:cNvPr>
          <p:cNvSpPr>
            <a:spLocks/>
          </p:cNvSpPr>
          <p:nvPr userDrawn="1"/>
        </p:nvSpPr>
        <p:spPr bwMode="auto">
          <a:xfrm>
            <a:off x="6085526" y="6338700"/>
            <a:ext cx="24686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972B230-23CA-41B5-9C15-18AFA4AFE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26" y="6209121"/>
            <a:ext cx="1657188" cy="3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2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31371" y="195209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bg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FEB71E43-0E03-4058-805C-EFE178E99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57" y="6199480"/>
            <a:ext cx="1657188" cy="3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81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parado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31371" y="1952099"/>
            <a:ext cx="11299075" cy="2953803"/>
          </a:xfrm>
          <a:prstGeom prst="rect">
            <a:avLst/>
          </a:prstGeom>
        </p:spPr>
        <p:txBody>
          <a:bodyPr lIns="121917" tIns="60958" rIns="121917" bIns="60958" anchor="ctr"/>
          <a:lstStyle>
            <a:lvl1pPr marL="0" indent="0" algn="ctr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0" baseline="0" dirty="0" smtClean="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089DAEA-34E1-4F38-9D76-5E67ED755E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26" y="6209121"/>
            <a:ext cx="1657188" cy="371358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AE653EC0-5310-4F99-BF9D-D2A11DB79E70}"/>
              </a:ext>
            </a:extLst>
          </p:cNvPr>
          <p:cNvSpPr>
            <a:spLocks/>
          </p:cNvSpPr>
          <p:nvPr userDrawn="1"/>
        </p:nvSpPr>
        <p:spPr bwMode="auto">
          <a:xfrm>
            <a:off x="6085526" y="6338700"/>
            <a:ext cx="24686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C7A41BDC-A6C3-4557-A645-B6DBC576F0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9760" b="34440"/>
          <a:stretch/>
        </p:blipFill>
        <p:spPr>
          <a:xfrm>
            <a:off x="10753684" y="6291887"/>
            <a:ext cx="1034572" cy="3294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ior - Cuadro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1"/>
          </p:nvPr>
        </p:nvSpPr>
        <p:spPr>
          <a:xfrm>
            <a:off x="596819" y="1601870"/>
            <a:ext cx="10999373" cy="4525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endParaRPr lang="es-ES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3870" y="68458"/>
            <a:ext cx="11425269" cy="648072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lang="es-ES" altLang="es-ES" sz="3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5" name="2 Marcador de texto"/>
          <p:cNvSpPr>
            <a:spLocks noGrp="1"/>
          </p:cNvSpPr>
          <p:nvPr>
            <p:ph type="body" idx="10"/>
          </p:nvPr>
        </p:nvSpPr>
        <p:spPr>
          <a:xfrm>
            <a:off x="431371" y="798389"/>
            <a:ext cx="10047719" cy="639763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 altLang="es-ES" noProof="0" dirty="0">
                <a:sym typeface="Gill Sans" charset="0"/>
              </a:rPr>
              <a:t>Haga clic para modificar el estilo de texto del patrón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34C8D23-1BEE-4441-8A53-2C9B8B4C8B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57" y="6199480"/>
            <a:ext cx="1657188" cy="3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80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VERDE PROYEC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8B1CB13D-0C04-4C59-A522-D59CA9161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57" y="6199480"/>
            <a:ext cx="1657188" cy="3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31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ior - Cuadro d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1"/>
          </p:nvPr>
        </p:nvSpPr>
        <p:spPr>
          <a:xfrm>
            <a:off x="596819" y="1601870"/>
            <a:ext cx="10999373" cy="4525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667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endParaRPr lang="es-ES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3870" y="68458"/>
            <a:ext cx="11425269" cy="648072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 lang="es-ES" altLang="es-ES" sz="3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5" name="2 Marcador de texto"/>
          <p:cNvSpPr>
            <a:spLocks noGrp="1"/>
          </p:cNvSpPr>
          <p:nvPr>
            <p:ph type="body" idx="10"/>
          </p:nvPr>
        </p:nvSpPr>
        <p:spPr>
          <a:xfrm>
            <a:off x="431371" y="798389"/>
            <a:ext cx="10047719" cy="639763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 altLang="es-ES" noProof="0" dirty="0">
                <a:sym typeface="Gill Sans" charset="0"/>
              </a:rPr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96831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VERDE PROYEC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894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609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93809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280459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285745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00691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215442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233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98948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90719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07571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02801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002512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9738177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552990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73800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91337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090819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89645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Marcador de contenido"/>
          <p:cNvSpPr>
            <a:spLocks noGrp="1"/>
          </p:cNvSpPr>
          <p:nvPr>
            <p:ph sz="half" idx="12" hasCustomPrompt="1"/>
          </p:nvPr>
        </p:nvSpPr>
        <p:spPr>
          <a:xfrm>
            <a:off x="431368" y="1707054"/>
            <a:ext cx="6894223" cy="2964500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lnSpc>
                <a:spcPts val="6920"/>
              </a:lnSpc>
              <a:spcBef>
                <a:spcPts val="1200"/>
              </a:spcBef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6000" b="0" i="0" kern="1200" spc="-10" baseline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0" name="2 Marcador de contenido"/>
          <p:cNvSpPr>
            <a:spLocks noGrp="1"/>
          </p:cNvSpPr>
          <p:nvPr>
            <p:ph sz="half" idx="13" hasCustomPrompt="1"/>
          </p:nvPr>
        </p:nvSpPr>
        <p:spPr>
          <a:xfrm>
            <a:off x="431369" y="5199806"/>
            <a:ext cx="7510849" cy="602916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Gill Sans" charset="0"/>
              </a:defRPr>
            </a:lvl1pPr>
            <a:lvl2pPr marL="1066773" indent="-457189"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>
              <a:buClr>
                <a:schemeClr val="bg1"/>
              </a:buClr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>
              <a:buClr>
                <a:schemeClr val="tx2"/>
              </a:buClr>
              <a:defRPr sz="27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6" name="Picture 5" descr="AF_TBS_Logo_ESP_RGB_NEG-BN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57"/>
          <a:stretch/>
        </p:blipFill>
        <p:spPr>
          <a:xfrm>
            <a:off x="-43792" y="-58634"/>
            <a:ext cx="2467678" cy="114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541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NDO NEUTRO"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40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heme" Target="../theme/theme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dirty="0" err="1">
              <a:solidFill>
                <a:srgbClr val="FFFFFF"/>
              </a:solidFill>
              <a:latin typeface="Calibri" pitchFamily="34" charset="0"/>
              <a:ea typeface="ヒラギノ角ゴ ProN W3" charset="-128"/>
              <a:cs typeface="Calibri" pitchFamily="34" charset="0"/>
              <a:sym typeface="Gill Sans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C01DA87-7D13-4F22-B743-50E8F8F39A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34637" y="6209006"/>
            <a:ext cx="1657188" cy="3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7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6" r:id="rId2"/>
    <p:sldLayoutId id="2147483732" r:id="rId3"/>
    <p:sldLayoutId id="2147483747" r:id="rId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dirty="0" err="1">
              <a:solidFill>
                <a:srgbClr val="FFFFFF"/>
              </a:solidFill>
              <a:latin typeface="Calibri" pitchFamily="34" charset="0"/>
              <a:ea typeface="ヒラギノ角ゴ ProN W3" charset="-128"/>
              <a:cs typeface="Calibri" pitchFamily="34" charset="0"/>
              <a:sym typeface="Gill Sans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0844F60-D537-4E33-8A42-70C9FCB4719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37357" y="6199480"/>
            <a:ext cx="1657188" cy="371586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A870173A-DA1C-4AA4-9823-81D7616D4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r="40182" b="34440"/>
          <a:stretch/>
        </p:blipFill>
        <p:spPr>
          <a:xfrm>
            <a:off x="10770271" y="6276211"/>
            <a:ext cx="1027313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8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79" r:id="rId2"/>
    <p:sldLayoutId id="2147483780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dirty="0" err="1">
              <a:solidFill>
                <a:srgbClr val="FFFFFF"/>
              </a:solidFill>
              <a:latin typeface="Calibri" pitchFamily="34" charset="0"/>
              <a:ea typeface="ヒラギノ角ゴ ProN W3" charset="-128"/>
              <a:cs typeface="Calibri" pitchFamily="34" charset="0"/>
              <a:sym typeface="Gill Sans" charset="0"/>
            </a:endParaRPr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DB8D8989-94E0-4ED3-AA0B-E9938B910460}"/>
              </a:ext>
            </a:extLst>
          </p:cNvPr>
          <p:cNvSpPr txBox="1">
            <a:spLocks/>
          </p:cNvSpPr>
          <p:nvPr userDrawn="1"/>
        </p:nvSpPr>
        <p:spPr>
          <a:xfrm>
            <a:off x="537623" y="428953"/>
            <a:ext cx="1460995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3200" dirty="0"/>
              <a:t>AVISO</a:t>
            </a:r>
          </a:p>
          <a:p>
            <a:pPr defTabSz="914400" eaLnBrk="1" hangingPunct="1">
              <a:defRPr/>
            </a:pPr>
            <a:endParaRPr lang="es-ES" altLang="es-ES" dirty="0"/>
          </a:p>
          <a:p>
            <a:pPr defTabSz="914400"/>
            <a:r>
              <a:rPr lang="es-ES_tradnl" altLang="es-ES" dirty="0"/>
              <a:t> </a:t>
            </a: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29388DF8-8F12-4CC5-BE0D-A6F16B1413E0}"/>
              </a:ext>
            </a:extLst>
          </p:cNvPr>
          <p:cNvSpPr txBox="1">
            <a:spLocks/>
          </p:cNvSpPr>
          <p:nvPr userDrawn="1"/>
        </p:nvSpPr>
        <p:spPr>
          <a:xfrm>
            <a:off x="459244" y="1343803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dirty="0"/>
              <a:t>Por razones de seguridad y protección de nuestra información corporativa es </a:t>
            </a:r>
            <a:r>
              <a:rPr lang="es-ES" altLang="es-ES" sz="1600" b="1" u="sng" dirty="0"/>
              <a:t>obligatorio</a:t>
            </a:r>
            <a:r>
              <a:rPr lang="es-ES" altLang="es-ES" sz="1600" dirty="0"/>
              <a:t> clasificar los documentos en:</a:t>
            </a:r>
          </a:p>
          <a:p>
            <a:pPr defTabSz="914400" eaLnBrk="1" hangingPunct="1">
              <a:defRPr/>
            </a:pP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B2AD6535-09EB-4CF8-981C-277E5BE6C77E}"/>
              </a:ext>
            </a:extLst>
          </p:cNvPr>
          <p:cNvSpPr txBox="1">
            <a:spLocks/>
          </p:cNvSpPr>
          <p:nvPr userDrawn="1"/>
        </p:nvSpPr>
        <p:spPr>
          <a:xfrm>
            <a:off x="459244" y="1878131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b="1" dirty="0">
                <a:solidFill>
                  <a:schemeClr val="bg2"/>
                </a:solidFill>
              </a:rPr>
              <a:t>USO INTERNO</a:t>
            </a:r>
          </a:p>
          <a:p>
            <a:pPr defTabSz="914400" eaLnBrk="1" hangingPunct="1">
              <a:defRPr/>
            </a:pP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10" name="Marcador de contenido 3">
            <a:extLst>
              <a:ext uri="{FF2B5EF4-FFF2-40B4-BE49-F238E27FC236}">
                <a16:creationId xmlns:a16="http://schemas.microsoft.com/office/drawing/2014/main" id="{5BC2A20F-FD0F-499D-A899-C265D4FA1EB3}"/>
              </a:ext>
            </a:extLst>
          </p:cNvPr>
          <p:cNvSpPr txBox="1">
            <a:spLocks/>
          </p:cNvSpPr>
          <p:nvPr userDrawn="1"/>
        </p:nvSpPr>
        <p:spPr>
          <a:xfrm>
            <a:off x="459244" y="2968732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b="1" dirty="0">
                <a:solidFill>
                  <a:schemeClr val="bg2"/>
                </a:solidFill>
              </a:rPr>
              <a:t>USO INTERNO RESTRINGIDO</a:t>
            </a:r>
          </a:p>
          <a:p>
            <a:pPr defTabSz="914400" eaLnBrk="1" hangingPunct="1">
              <a:defRPr/>
            </a:pP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0479A5C5-17D5-43E6-A026-F3D7FE7BB75F}"/>
              </a:ext>
            </a:extLst>
          </p:cNvPr>
          <p:cNvSpPr txBox="1">
            <a:spLocks/>
          </p:cNvSpPr>
          <p:nvPr userDrawn="1"/>
        </p:nvSpPr>
        <p:spPr>
          <a:xfrm>
            <a:off x="459244" y="4001378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b="1" dirty="0">
                <a:solidFill>
                  <a:schemeClr val="bg2"/>
                </a:solidFill>
              </a:rPr>
              <a:t>USO INTERNO RESERVADO</a:t>
            </a:r>
          </a:p>
          <a:p>
            <a:pPr defTabSz="914400" eaLnBrk="1" hangingPunct="1">
              <a:defRPr/>
            </a:pP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40E0EC1-DA9E-4BB4-9574-FCDAF0149077}"/>
              </a:ext>
            </a:extLst>
          </p:cNvPr>
          <p:cNvSpPr txBox="1">
            <a:spLocks/>
          </p:cNvSpPr>
          <p:nvPr userDrawn="1"/>
        </p:nvSpPr>
        <p:spPr>
          <a:xfrm>
            <a:off x="459244" y="5268214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altLang="es-ES" sz="1600" dirty="0"/>
              <a:t>Por favor, rellene el uso que considere en el espacio reservado dentro de la presentación como “</a:t>
            </a:r>
            <a:r>
              <a:rPr lang="es-ES" altLang="es-ES" sz="1600" i="1" dirty="0"/>
              <a:t>inserte tipo uso seguridad</a:t>
            </a:r>
            <a:r>
              <a:rPr lang="es-ES" altLang="es-ES" sz="1600" dirty="0"/>
              <a:t>” ubicado en la parte inferior derecha de la diapositiva. </a:t>
            </a:r>
          </a:p>
          <a:p>
            <a:pPr defTabSz="914400" eaLnBrk="1" hangingPunct="1">
              <a:lnSpc>
                <a:spcPct val="150000"/>
              </a:lnSpc>
              <a:defRPr/>
            </a:pPr>
            <a:r>
              <a:rPr lang="es-ES" altLang="es-ES" sz="1600" dirty="0"/>
              <a:t>Todas las diapositivas deberán de ir clasificadas incluida la portada, índices, etc.</a:t>
            </a:r>
          </a:p>
          <a:p>
            <a:pPr defTabSz="914400"/>
            <a:r>
              <a:rPr lang="es-ES_tradnl" altLang="es-ES" sz="1600" dirty="0"/>
              <a:t>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458B1A2-683A-4A25-B841-5EE909B2575D}"/>
              </a:ext>
            </a:extLst>
          </p:cNvPr>
          <p:cNvSpPr/>
          <p:nvPr userDrawn="1"/>
        </p:nvSpPr>
        <p:spPr>
          <a:xfrm>
            <a:off x="511496" y="420639"/>
            <a:ext cx="1487122" cy="59703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Marcador de contenido 3">
            <a:extLst>
              <a:ext uri="{FF2B5EF4-FFF2-40B4-BE49-F238E27FC236}">
                <a16:creationId xmlns:a16="http://schemas.microsoft.com/office/drawing/2014/main" id="{80C95A56-63A0-4CAC-BDA3-2D9EC558D2C7}"/>
              </a:ext>
            </a:extLst>
          </p:cNvPr>
          <p:cNvSpPr txBox="1">
            <a:spLocks/>
          </p:cNvSpPr>
          <p:nvPr userDrawn="1"/>
        </p:nvSpPr>
        <p:spPr>
          <a:xfrm>
            <a:off x="459244" y="2210266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sz="16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Por defecto la información que manejamos como empleados es de uso interno, debe mantenerse en el ámbito interno de la empresa salvo que se comparta con proveedores o </a:t>
            </a:r>
            <a:r>
              <a:rPr lang="es-ES" sz="1600" kern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partners</a:t>
            </a:r>
            <a:r>
              <a:rPr lang="es-ES" sz="16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previo compromiso de confidencialidad.</a:t>
            </a:r>
            <a:endParaRPr lang="es-ES_tradnl" altLang="es-ES" sz="2000" dirty="0"/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007E6C03-9D75-4FCA-AD8D-B57AC0CFCD87}"/>
              </a:ext>
            </a:extLst>
          </p:cNvPr>
          <p:cNvSpPr txBox="1">
            <a:spLocks/>
          </p:cNvSpPr>
          <p:nvPr userDrawn="1"/>
        </p:nvSpPr>
        <p:spPr>
          <a:xfrm>
            <a:off x="459244" y="3312126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sz="16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Información sensible que NO puede ser accesible por toda la empresa, sino sólo por un departamento concreto, un comité o los miembros de un proyecto.</a:t>
            </a:r>
            <a:r>
              <a:rPr lang="es-ES_tradnl" altLang="es-ES" sz="1600" dirty="0"/>
              <a:t> </a:t>
            </a:r>
          </a:p>
        </p:txBody>
      </p:sp>
      <p:sp>
        <p:nvSpPr>
          <p:cNvPr id="16" name="Marcador de contenido 3">
            <a:extLst>
              <a:ext uri="{FF2B5EF4-FFF2-40B4-BE49-F238E27FC236}">
                <a16:creationId xmlns:a16="http://schemas.microsoft.com/office/drawing/2014/main" id="{63786724-908F-4704-8627-13430ECFA577}"/>
              </a:ext>
            </a:extLst>
          </p:cNvPr>
          <p:cNvSpPr txBox="1">
            <a:spLocks/>
          </p:cNvSpPr>
          <p:nvPr userDrawn="1"/>
        </p:nvSpPr>
        <p:spPr>
          <a:xfrm>
            <a:off x="459244" y="4303149"/>
            <a:ext cx="11062196" cy="79604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1" hangingPunct="1">
              <a:defRPr/>
            </a:pPr>
            <a:r>
              <a:rPr lang="es-ES" sz="1600" b="0" u="none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</a:t>
            </a:r>
            <a:r>
              <a:rPr lang="es-ES" sz="16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nformación muy sensible (estrategia, datos financieros, oportunidades de negocio…) que únicamente es accesible por personas designadas nominalmente.</a:t>
            </a:r>
            <a:endParaRPr lang="es-ES" altLang="es-ES" sz="1600" dirty="0"/>
          </a:p>
          <a:p>
            <a:pPr defTabSz="914400"/>
            <a:r>
              <a:rPr lang="es-ES_tradnl" altLang="es-E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315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dirty="0" err="1">
              <a:solidFill>
                <a:srgbClr val="FFFFFF"/>
              </a:solidFill>
              <a:latin typeface="Calibri" pitchFamily="34" charset="0"/>
              <a:ea typeface="ヒラギノ角ゴ ProN W3" charset="-128"/>
              <a:cs typeface="Calibri" pitchFamily="34" charset="0"/>
              <a:sym typeface="Gill Sans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0813030-D726-4BA0-BF65-71CA454325F8}"/>
              </a:ext>
            </a:extLst>
          </p:cNvPr>
          <p:cNvSpPr>
            <a:spLocks/>
          </p:cNvSpPr>
          <p:nvPr userDrawn="1"/>
        </p:nvSpPr>
        <p:spPr bwMode="auto">
          <a:xfrm>
            <a:off x="6085526" y="6357750"/>
            <a:ext cx="42957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56C4391-BB19-4D04-B63A-0833F8A718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r="40182" b="34440"/>
          <a:stretch/>
        </p:blipFill>
        <p:spPr>
          <a:xfrm>
            <a:off x="10770271" y="6291887"/>
            <a:ext cx="1027313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9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12" r:id="rId2"/>
    <p:sldLayoutId id="2147483703" r:id="rId3"/>
    <p:sldLayoutId id="2147483709" r:id="rId4"/>
    <p:sldLayoutId id="2147483731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950DBF-BB02-4D28-8D4A-E4463A98FF24}"/>
              </a:ext>
            </a:extLst>
          </p:cNvPr>
          <p:cNvSpPr>
            <a:spLocks/>
          </p:cNvSpPr>
          <p:nvPr userDrawn="1"/>
        </p:nvSpPr>
        <p:spPr bwMode="auto">
          <a:xfrm>
            <a:off x="6085526" y="6329951"/>
            <a:ext cx="44862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1484EE9-2D7A-48A6-8D67-CFD4AD3375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0182" b="34440"/>
          <a:stretch/>
        </p:blipFill>
        <p:spPr>
          <a:xfrm>
            <a:off x="10555673" y="6282362"/>
            <a:ext cx="1027313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35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1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950DBF-BB02-4D28-8D4A-E4463A98FF24}"/>
              </a:ext>
            </a:extLst>
          </p:cNvPr>
          <p:cNvSpPr>
            <a:spLocks/>
          </p:cNvSpPr>
          <p:nvPr userDrawn="1"/>
        </p:nvSpPr>
        <p:spPr bwMode="auto">
          <a:xfrm>
            <a:off x="6085526" y="6329951"/>
            <a:ext cx="44862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" pitchFamily="34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fld id="{4C133B8C-2B4F-45CB-BBA4-156FF8F44E6A}" type="slidenum">
              <a:rPr lang="es-ES_tradnl" altLang="es-ES" sz="1100" b="0" i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Arial" pitchFamily="34" charset="0"/>
              </a:rPr>
              <a:pPr eaLnBrk="1" hangingPunct="1">
                <a:defRPr/>
              </a:pPr>
              <a:t>‹Nº›</a:t>
            </a:fld>
            <a:endParaRPr lang="es-ES_tradnl" altLang="es-ES" sz="1100" b="0" i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Arial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8A554B2-CAB7-448C-851E-918EE4A10D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0182" b="34440"/>
          <a:stretch/>
        </p:blipFill>
        <p:spPr>
          <a:xfrm>
            <a:off x="10555673" y="6282362"/>
            <a:ext cx="1027313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8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667" y="2997200"/>
            <a:ext cx="3132667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6650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xStyles>
    <p:titleStyle>
      <a:lvl1pPr algn="ctr" defTabSz="609585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609585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609585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609585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609585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609585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990575" indent="-380990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523962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2133547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743131" indent="-304792" algn="l" defTabSz="60958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48" name="TextBox 1"/>
          <p:cNvSpPr txBox="1"/>
          <p:nvPr userDrawn="1"/>
        </p:nvSpPr>
        <p:spPr bwMode="auto">
          <a:xfrm>
            <a:off x="1274918" y="1537516"/>
            <a:ext cx="2462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s-ES_tradnl" sz="2400" dirty="0" err="1">
              <a:solidFill>
                <a:srgbClr val="FFFFFF"/>
              </a:solidFill>
              <a:latin typeface="Calibri" pitchFamily="34" charset="0"/>
              <a:ea typeface="ヒラギノ角ゴ ProN W3" charset="-128"/>
              <a:cs typeface="Calibri" pitchFamily="34" charset="0"/>
              <a:sym typeface="Gill Sans" charset="0"/>
            </a:endParaRPr>
          </a:p>
        </p:txBody>
      </p:sp>
      <p:pic>
        <p:nvPicPr>
          <p:cNvPr id="49" name="Picture 6">
            <a:extLst>
              <a:ext uri="{FF2B5EF4-FFF2-40B4-BE49-F238E27FC236}">
                <a16:creationId xmlns:a16="http://schemas.microsoft.com/office/drawing/2014/main" id="{C0844F60-D537-4E33-8A42-70C9FCB4719A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37357" y="6199480"/>
            <a:ext cx="1657188" cy="371586"/>
          </a:xfrm>
          <a:prstGeom prst="rect">
            <a:avLst/>
          </a:prstGeom>
        </p:spPr>
      </p:pic>
      <p:pic>
        <p:nvPicPr>
          <p:cNvPr id="50" name="Picture 4">
            <a:extLst>
              <a:ext uri="{FF2B5EF4-FFF2-40B4-BE49-F238E27FC236}">
                <a16:creationId xmlns:a16="http://schemas.microsoft.com/office/drawing/2014/main" id="{A870173A-DA1C-4AA4-9823-81D7616D4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r="40182" b="34440"/>
          <a:stretch/>
        </p:blipFill>
        <p:spPr>
          <a:xfrm>
            <a:off x="10770271" y="6276211"/>
            <a:ext cx="1027313" cy="3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795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  <p:sldLayoutId id="2147483800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3"/>
          <p:cNvSpPr txBox="1">
            <a:spLocks/>
          </p:cNvSpPr>
          <p:nvPr/>
        </p:nvSpPr>
        <p:spPr>
          <a:xfrm>
            <a:off x="9333571" y="5799184"/>
            <a:ext cx="282357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s-ES_tradnl" altLang="es-E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Arial" charset="0"/>
                <a:cs typeface="Arial" charset="0"/>
              </a:rPr>
              <a:t>Telefónica Movistar I   28.03.2019</a:t>
            </a:r>
            <a:endParaRPr lang="en-US" altLang="es-ES" sz="1200" dirty="0">
              <a:solidFill>
                <a:schemeClr val="accent5">
                  <a:lumMod val="40000"/>
                  <a:lumOff val="6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0A443C61-99EF-4BC3-95D1-F4B19C8947ED}"/>
              </a:ext>
            </a:extLst>
          </p:cNvPr>
          <p:cNvSpPr txBox="1">
            <a:spLocks/>
          </p:cNvSpPr>
          <p:nvPr/>
        </p:nvSpPr>
        <p:spPr>
          <a:xfrm>
            <a:off x="9374675" y="202196"/>
            <a:ext cx="2512765" cy="587829"/>
          </a:xfrm>
          <a:prstGeom prst="rect">
            <a:avLst/>
          </a:prstGeom>
        </p:spPr>
        <p:txBody>
          <a:bodyPr lIns="121917" tIns="60958" rIns="121917" bIns="60958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s-ES" altLang="es-ES" sz="1800" b="0" i="0" kern="1200" spc="-10" baseline="0" dirty="0" smtClean="0">
                <a:solidFill>
                  <a:schemeClr val="bg1"/>
                </a:solidFill>
                <a:latin typeface="Telefonica ExtraLight" charset="0"/>
                <a:ea typeface="Telefonica ExtraLight" charset="0"/>
                <a:cs typeface="Telefonica ExtraLight" charset="0"/>
                <a:sym typeface="Gill Sans" charset="0"/>
              </a:defRPr>
            </a:lvl1pPr>
            <a:lvl2pPr marL="1066773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Courier New" panose="02070309020205020404" pitchFamily="49" charset="0"/>
              <a:buChar char="o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2pPr>
            <a:lvl3pPr marL="1676358" indent="-45718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Arial" pitchFamily="34" charset="0"/>
              <a:buChar char="–"/>
              <a:defRPr lang="es-ES" altLang="es-ES" sz="1900" b="0" kern="1200" baseline="0" dirty="0" smtClean="0">
                <a:solidFill>
                  <a:schemeClr val="bg1"/>
                </a:solidFill>
                <a:latin typeface="Telefonica ExtraLight"/>
                <a:ea typeface="MS PGothic" pitchFamily="34" charset="-128"/>
                <a:cs typeface="Telefonica ExtraLight"/>
                <a:sym typeface="Gill Sans" charset="0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»"/>
              <a:defRPr sz="27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lang="es-ES_tradnl" altLang="es-ES" sz="1100" dirty="0">
                <a:latin typeface="Arial" charset="0"/>
                <a:ea typeface="Arial" charset="0"/>
                <a:cs typeface="Arial" charset="0"/>
              </a:rPr>
              <a:t>USO INTERNO</a:t>
            </a:r>
          </a:p>
        </p:txBody>
      </p:sp>
      <p:sp>
        <p:nvSpPr>
          <p:cNvPr id="11" name="Marcador de contenido 1">
            <a:extLst>
              <a:ext uri="{FF2B5EF4-FFF2-40B4-BE49-F238E27FC236}">
                <a16:creationId xmlns:a16="http://schemas.microsoft.com/office/drawing/2014/main" id="{7C7D77DA-293A-43BC-8F2D-5F3FDC94072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1739" y="1968311"/>
            <a:ext cx="9638561" cy="2107300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s-CO" altLang="es-ES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Estrategia 5 W+h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59D0884D-1E73-4EEF-8004-F5F53CA28AB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5363" y="4512622"/>
            <a:ext cx="7510849" cy="796046"/>
          </a:xfrm>
        </p:spPr>
        <p:txBody>
          <a:bodyPr/>
          <a:lstStyle/>
          <a:p>
            <a:pPr eaLnBrk="1" hangingPunct="1">
              <a:defRPr/>
            </a:pPr>
            <a:r>
              <a:rPr lang="es-CO" altLang="es-ES" dirty="0">
                <a:solidFill>
                  <a:srgbClr val="27F99A"/>
                </a:solidFill>
              </a:rPr>
              <a:t>Refuerzo para emplear la Estrategia 5 W+h</a:t>
            </a:r>
            <a:endParaRPr lang="es-ES" altLang="es-ES" dirty="0"/>
          </a:p>
          <a:p>
            <a:endParaRPr lang="es-ES_tradnl" alt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8080EDF-2961-4777-A5A0-229664BDD07A}"/>
              </a:ext>
            </a:extLst>
          </p:cNvPr>
          <p:cNvSpPr/>
          <p:nvPr/>
        </p:nvSpPr>
        <p:spPr>
          <a:xfrm>
            <a:off x="559121" y="4153989"/>
            <a:ext cx="1934678" cy="1535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6921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/>
          <p:nvPr/>
        </p:nvPicPr>
        <p:blipFill>
          <a:blip r:embed="rId2"/>
          <a:stretch>
            <a:fillRect/>
          </a:stretch>
        </p:blipFill>
        <p:spPr>
          <a:xfrm>
            <a:off x="1244600" y="812800"/>
            <a:ext cx="9818914" cy="517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"/>
                    </a14:imgEffect>
                    <a14:imgEffect>
                      <a14:brightnessContrast contras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8760" y="918038"/>
            <a:ext cx="9042082" cy="5070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405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838200" y="482158"/>
            <a:ext cx="10515600" cy="120853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5pPr>
            <a:lvl6pPr marL="609585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6pPr>
            <a:lvl7pPr marL="1219170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7pPr>
            <a:lvl8pPr marL="1828754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8pPr>
            <a:lvl9pPr marL="2438339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400"/>
            <a:r>
              <a:rPr lang="es-CO" sz="4800" dirty="0"/>
              <a:t>Niveles de Prueba y TIPOS de Prueba</a:t>
            </a:r>
          </a:p>
          <a:p>
            <a:pPr defTabSz="914400"/>
            <a:r>
              <a:rPr lang="es-CO" sz="4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JP&amp;A</a:t>
            </a:r>
          </a:p>
        </p:txBody>
      </p:sp>
      <p:pic>
        <p:nvPicPr>
          <p:cNvPr id="3" name="Marcador de contenid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172" y="1919288"/>
            <a:ext cx="8505655" cy="39671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97766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838200" y="482158"/>
            <a:ext cx="10515600" cy="120853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5pPr>
            <a:lvl6pPr marL="609585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6pPr>
            <a:lvl7pPr marL="1219170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7pPr>
            <a:lvl8pPr marL="1828754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8pPr>
            <a:lvl9pPr marL="2438339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400"/>
            <a:r>
              <a:rPr lang="es-CO" sz="4800" dirty="0"/>
              <a:t>Estrategia de pruebas Ágiles</a:t>
            </a:r>
          </a:p>
          <a:p>
            <a:pPr defTabSz="914400"/>
            <a:r>
              <a:rPr lang="es-CO" sz="4800" dirty="0"/>
              <a:t>5 W+h</a:t>
            </a:r>
          </a:p>
        </p:txBody>
      </p:sp>
      <p:pic>
        <p:nvPicPr>
          <p:cNvPr id="4" name="Marcador de conteni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297" y="1883102"/>
            <a:ext cx="7541406" cy="3907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3891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838200" y="482158"/>
            <a:ext cx="10515600" cy="120853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5pPr>
            <a:lvl6pPr marL="609585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6pPr>
            <a:lvl7pPr marL="1219170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7pPr>
            <a:lvl8pPr marL="1828754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8pPr>
            <a:lvl9pPr marL="2438339" algn="ctr" rtl="0" fontAlgn="base">
              <a:spcBef>
                <a:spcPct val="0"/>
              </a:spcBef>
              <a:spcAft>
                <a:spcPct val="0"/>
              </a:spcAft>
              <a:defRPr sz="59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14400"/>
            <a:r>
              <a:rPr lang="es-CO" sz="4800" dirty="0"/>
              <a:t>Ejemplo: Estrategia de pruebas Ágiles</a:t>
            </a:r>
          </a:p>
          <a:p>
            <a:pPr defTabSz="914400"/>
            <a:r>
              <a:rPr lang="es-CO" sz="4800" dirty="0"/>
              <a:t>5 W+h x TIPO de PRUEBA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065738" y="278599"/>
            <a:ext cx="4441522" cy="7909559"/>
          </a:xfrm>
          <a:prstGeom prst="rect">
            <a:avLst/>
          </a:prstGeom>
          <a:effectLst>
            <a:glow>
              <a:schemeClr val="accent1"/>
            </a:glow>
          </a:effectLst>
        </p:spPr>
      </p:pic>
    </p:spTree>
    <p:extLst>
      <p:ext uri="{BB962C8B-B14F-4D97-AF65-F5344CB8AC3E}">
        <p14:creationId xmlns:p14="http://schemas.microsoft.com/office/powerpoint/2010/main" val="3178239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283573"/>
      </p:ext>
    </p:extLst>
  </p:cSld>
  <p:clrMapOvr>
    <a:masterClrMapping/>
  </p:clrMapOvr>
</p:sld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PORTADAS">
  <a:themeElements>
    <a:clrScheme name="Personalizar 16">
      <a:dk1>
        <a:srgbClr val="003042"/>
      </a:dk1>
      <a:lt1>
        <a:srgbClr val="FFFFFF"/>
      </a:lt1>
      <a:dk2>
        <a:srgbClr val="0093B7"/>
      </a:dk2>
      <a:lt2>
        <a:srgbClr val="00EDFF"/>
      </a:lt2>
      <a:accent1>
        <a:srgbClr val="4D515A"/>
      </a:accent1>
      <a:accent2>
        <a:srgbClr val="980097"/>
      </a:accent2>
      <a:accent3>
        <a:srgbClr val="FFFE06"/>
      </a:accent3>
      <a:accent4>
        <a:srgbClr val="0FFE99"/>
      </a:accent4>
      <a:accent5>
        <a:srgbClr val="FF7B03"/>
      </a:accent5>
      <a:accent6>
        <a:srgbClr val="FE4A4A"/>
      </a:accent6>
      <a:hlink>
        <a:srgbClr val="00ECFF"/>
      </a:hlink>
      <a:folHlink>
        <a:srgbClr val="008D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Indice">
  <a:themeElements>
    <a:clrScheme name="Personalizar 16">
      <a:dk1>
        <a:srgbClr val="003042"/>
      </a:dk1>
      <a:lt1>
        <a:srgbClr val="FFFFFF"/>
      </a:lt1>
      <a:dk2>
        <a:srgbClr val="0093B7"/>
      </a:dk2>
      <a:lt2>
        <a:srgbClr val="00EDFF"/>
      </a:lt2>
      <a:accent1>
        <a:srgbClr val="4D515A"/>
      </a:accent1>
      <a:accent2>
        <a:srgbClr val="980097"/>
      </a:accent2>
      <a:accent3>
        <a:srgbClr val="FFFE06"/>
      </a:accent3>
      <a:accent4>
        <a:srgbClr val="0FFE99"/>
      </a:accent4>
      <a:accent5>
        <a:srgbClr val="FF7B03"/>
      </a:accent5>
      <a:accent6>
        <a:srgbClr val="FE4A4A"/>
      </a:accent6>
      <a:hlink>
        <a:srgbClr val="00ECFF"/>
      </a:hlink>
      <a:folHlink>
        <a:srgbClr val="008D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Normas seguridad información">
  <a:themeElements>
    <a:clrScheme name="Personalizar 16">
      <a:dk1>
        <a:srgbClr val="003042"/>
      </a:dk1>
      <a:lt1>
        <a:srgbClr val="FFFFFF"/>
      </a:lt1>
      <a:dk2>
        <a:srgbClr val="0093B7"/>
      </a:dk2>
      <a:lt2>
        <a:srgbClr val="00EDFF"/>
      </a:lt2>
      <a:accent1>
        <a:srgbClr val="4D515A"/>
      </a:accent1>
      <a:accent2>
        <a:srgbClr val="980097"/>
      </a:accent2>
      <a:accent3>
        <a:srgbClr val="FFFE06"/>
      </a:accent3>
      <a:accent4>
        <a:srgbClr val="0FFE99"/>
      </a:accent4>
      <a:accent5>
        <a:srgbClr val="FF7B03"/>
      </a:accent5>
      <a:accent6>
        <a:srgbClr val="FE4A4A"/>
      </a:accent6>
      <a:hlink>
        <a:srgbClr val="00ECFF"/>
      </a:hlink>
      <a:folHlink>
        <a:srgbClr val="008D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INTERIORES PROYECTABLE">
  <a:themeElements>
    <a:clrScheme name="Telefonica">
      <a:dk1>
        <a:srgbClr val="003245"/>
      </a:dk1>
      <a:lt1>
        <a:srgbClr val="FFFFFF"/>
      </a:lt1>
      <a:dk2>
        <a:srgbClr val="2694B6"/>
      </a:dk2>
      <a:lt2>
        <a:srgbClr val="00EDFF"/>
      </a:lt2>
      <a:accent1>
        <a:srgbClr val="62E7FF"/>
      </a:accent1>
      <a:accent2>
        <a:srgbClr val="980098"/>
      </a:accent2>
      <a:accent3>
        <a:srgbClr val="FFFF00"/>
      </a:accent3>
      <a:accent4>
        <a:srgbClr val="00FF98"/>
      </a:accent4>
      <a:accent5>
        <a:srgbClr val="FF7B00"/>
      </a:accent5>
      <a:accent6>
        <a:srgbClr val="003245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1_INTERIORES PROYECTABLE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 smtClean="0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4R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 smtClean="0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CIERRES">
  <a:themeElements>
    <a:clrScheme name="PALETA COLORES PPT TELEFÓNICA">
      <a:dk1>
        <a:srgbClr val="008597"/>
      </a:dk1>
      <a:lt1>
        <a:srgbClr val="FFFFFF"/>
      </a:lt1>
      <a:dk2>
        <a:srgbClr val="006476"/>
      </a:dk2>
      <a:lt2>
        <a:srgbClr val="00C6DA"/>
      </a:lt2>
      <a:accent1>
        <a:srgbClr val="62E7FF"/>
      </a:accent1>
      <a:accent2>
        <a:srgbClr val="990099"/>
      </a:accent2>
      <a:accent3>
        <a:srgbClr val="FFFF00"/>
      </a:accent3>
      <a:accent4>
        <a:srgbClr val="00FF99"/>
      </a:accent4>
      <a:accent5>
        <a:srgbClr val="FF6633"/>
      </a:accent5>
      <a:accent6>
        <a:srgbClr val="003245"/>
      </a:accent6>
      <a:hlink>
        <a:srgbClr val="9A479C"/>
      </a:hlink>
      <a:folHlink>
        <a:srgbClr val="92929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rtlCol="0">
        <a:spAutoFit/>
      </a:bodyPr>
      <a:lstStyle>
        <a:defPPr algn="l" eaLnBrk="1" hangingPunct="1">
          <a:defRPr sz="1800" dirty="0" err="1" smtClean="0">
            <a:solidFill>
              <a:schemeClr val="bg1"/>
            </a:solidFill>
            <a:latin typeface="Calibri" pitchFamily="34" charset="0"/>
            <a:cs typeface="Calibri" pitchFamily="34" charset="0"/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04F7D38CCDE0E459F61C91210FECB4A" ma:contentTypeVersion="0" ma:contentTypeDescription="Crear nuevo documento." ma:contentTypeScope="" ma:versionID="93a818e09d541bb5d027967335f68e0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bba8a198e9bb40c3eeca6d0bd41257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3A43A2-5AF5-4043-8502-D0DD8783D8C8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BDD71CA-72F6-4144-AEDE-177E5305AB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69390A4-CFCF-4592-81B0-84DCAC31CB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54</Words>
  <Application>Microsoft Office PowerPoint</Application>
  <PresentationFormat>Panorámica</PresentationFormat>
  <Paragraphs>12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8</vt:i4>
      </vt:variant>
      <vt:variant>
        <vt:lpstr>Títulos de diapositiva</vt:lpstr>
      </vt:variant>
      <vt:variant>
        <vt:i4>7</vt:i4>
      </vt:variant>
    </vt:vector>
  </HeadingPairs>
  <TitlesOfParts>
    <vt:vector size="21" baseType="lpstr">
      <vt:lpstr>Arial</vt:lpstr>
      <vt:lpstr>Calibri</vt:lpstr>
      <vt:lpstr>Courier New</vt:lpstr>
      <vt:lpstr>Telefonica ExtraLight</vt:lpstr>
      <vt:lpstr>Tw Cen MT</vt:lpstr>
      <vt:lpstr>Wingdings</vt:lpstr>
      <vt:lpstr>PORTADAS</vt:lpstr>
      <vt:lpstr>Indice</vt:lpstr>
      <vt:lpstr>Normas seguridad información</vt:lpstr>
      <vt:lpstr>INTERIORES PROYECTABLE</vt:lpstr>
      <vt:lpstr>1_INTERIORES PROYECTABLE</vt:lpstr>
      <vt:lpstr>4R</vt:lpstr>
      <vt:lpstr>CIERRES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Ray Orlando Viloria Galindo</dc:creator>
  <cp:lastModifiedBy>Jose_Torres</cp:lastModifiedBy>
  <cp:revision>40</cp:revision>
  <dcterms:modified xsi:type="dcterms:W3CDTF">2020-05-05T22:18:49Z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0x010100404F7D38CCDE0E459F61C91210FECB4A</vt:lpwstr>
  </property>
</Properties>
</file>